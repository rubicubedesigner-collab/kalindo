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01 / Destination ambition</a:t>
            </a:r>
          </a:p>
          <a:p/>
          <a:p>
            <a:r>
              <a:t>A new address</a:t>
            </a:r>
          </a:p>
          <a:p>
            <a:r>
              <a:t>for life in Batam.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KALINDO PROJECT</a:t>
            </a:r>
          </a:p>
          <a:p/>
          <a:p>
            <a:r>
              <a:t>Concept, Brand Positioning &amp; Destination Naming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02 / Destination ambition</a:t>
            </a:r>
          </a:p>
          <a:p/>
          <a:p>
            <a:r>
              <a:t>A place Batam returns to.</a:t>
            </a:r>
          </a:p>
          <a:p>
            <a:r>
              <a:t>A destination the region discovers.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Everyday life, with a wider horizon.</a:t>
            </a:r>
          </a:p>
          <a:p/>
          <a:p>
            <a:r>
              <a:t>Local belonging / Everyday convenience creates familiarity. A district that becomes part of life in Batam.</a:t>
            </a:r>
          </a:p>
          <a:p/>
          <a:p>
            <a:r>
              <a:t>Regional discovery / Culinary discovery, shared experiences and hospitality give visitors more reasons to stay.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03 / Destination ambition</a:t>
            </a:r>
          </a:p>
          <a:p/>
          <a:p>
            <a:r>
              <a:t>Life comes together.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One visit opens into another experience.</a:t>
            </a:r>
          </a:p>
          <a:p/>
          <a:p>
            <a:r>
              <a:t>family / A family afternoon / becomes dinner.</a:t>
            </a:r>
          </a:p>
          <a:p/>
          <a:p>
            <a:r>
              <a:t>friends / A shopping visit / becomes a catch-up.</a:t>
            </a:r>
          </a:p>
          <a:p/>
          <a:p>
            <a:r>
              <a:t>hotel / A hotel stay / becomes a discovery of Batam.</a:t>
            </a:r>
          </a:p>
          <a:p/>
          <a:p>
            <a:r>
              <a:t>night / An ordinary evening / becomes a shared celebration.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04 / Destination ambition</a:t>
            </a:r>
          </a:p>
          <a:p/>
          <a:p>
            <a:r>
              <a:t>Batam’s tropical</a:t>
            </a:r>
          </a:p>
          <a:p>
            <a:r>
              <a:t>lifestyle district.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More to discover.</a:t>
            </a:r>
          </a:p>
          <a:p>
            <a:r>
              <a:t>More reasons to stay.</a:t>
            </a:r>
          </a:p>
          <a:p/>
          <a:p>
            <a:r>
              <a:t>For whom / Batam residents and regional leisure visitors.</a:t>
            </a:r>
          </a:p>
          <a:p/>
          <a:p>
            <a:r>
              <a:t>Our proposition / Indonesian culinary discovery, curated retail, family experiences and hospitality in a walkable tropical setting, centred on The Veranda.</a:t>
            </a:r>
          </a:p>
          <a:p/>
          <a:p>
            <a:r>
              <a:t>Our position / Middle-to-upper lifestyle: quality spaces, welcoming service and a considered range of prices.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05 / Destination ambition</a:t>
            </a:r>
          </a:p>
          <a:p/>
          <a:p>
            <a:r>
              <a:t>Everyday ease.</a:t>
            </a:r>
          </a:p>
          <a:p>
            <a:r>
              <a:t>A day worth spending.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Take care of an everyday need. Enjoy the time around it.</a:t>
            </a:r>
          </a:p>
          <a:p/>
          <a:p>
            <a:r>
              <a:t>bag / Everyday convenience / Useful tenants that encourage repeat visits.</a:t>
            </a:r>
          </a:p>
          <a:p/>
          <a:p>
            <a:r>
              <a:t>dish / Culinary discovery / Food experiences that reward curiosity.</a:t>
            </a:r>
          </a:p>
          <a:p/>
          <a:p>
            <a:r>
              <a:t>leaf / Gardens and terraces / Places to pause, dine and linger.</a:t>
            </a:r>
          </a:p>
          <a:p/>
          <a:p>
            <a:r>
              <a:t>people / A central gathering place / Shared space with a changing calendar.</a:t>
            </a:r>
          </a:p>
          <a:p/>
          <a:p>
            <a:r>
              <a:t>door / Hospitality / An invitation to extend a visit into a stay.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06 / Brand platform</a:t>
            </a:r>
          </a:p>
          <a:p/>
          <a:p>
            <a:r>
              <a:t>The life between.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Life is rarely about just one thing.</a:t>
            </a:r>
          </a:p>
          <a:p/>
          <a:p>
            <a:r>
              <a:t>We meet for coffee, but stay for lunch. We come to shop, but end up meeting friends. We bring our children to play, then sit down for dinner.</a:t>
            </a:r>
          </a:p>
          <a:p/>
          <a:p>
            <a:r>
              <a:t>Batam is shaped by movement: between Indonesia and the region, work and leisure, local life and new experiences. The district brings those different sides of life together.</a:t>
            </a:r>
          </a:p>
          <a:p/>
          <a:p>
            <a:r>
              <a:t>One place. Many ways</a:t>
            </a:r>
          </a:p>
          <a:p>
            <a:r>
              <a:t>to spend the day.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07 / Brand platform</a:t>
            </a:r>
          </a:p>
          <a:p/>
          <a:p>
            <a:r>
              <a:t>The brand in one frame.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Purpose / To enrich everyday life in Batam through places and experiences people share.</a:t>
            </a:r>
          </a:p>
          <a:p/>
          <a:p>
            <a:r>
              <a:t>Promise / More to discover. More reasons to stay.</a:t>
            </a:r>
          </a:p>
          <a:p/>
          <a:p>
            <a:r>
              <a:t>Philosophy / The Life Between</a:t>
            </a:r>
          </a:p>
          <a:p/>
          <a:p>
            <a:r>
              <a:t>Emotional benefit / The freedom to spend time your way, with the people who matter.</a:t>
            </a:r>
          </a:p>
          <a:p/>
          <a:p>
            <a:r>
              <a:t>Personality / Warm. Contemporary. Confident. Sociable. Curious.</a:t>
            </a:r>
          </a:p>
          <a:p/>
          <a:p>
            <a:r>
              <a:t>Experience line / One Place. Many Ways to Spend the Day.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08 / Brand platform</a:t>
            </a:r>
          </a:p>
          <a:p/>
          <a:p>
            <a:r>
              <a:t>Four reasons to belong.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retail / Everyday Ease / A convenient place that fits real routines. / Grocery · services · cafés · fitness · useful retail</a:t>
            </a:r>
          </a:p>
          <a:p/>
          <a:p>
            <a:r>
              <a:t>table / Culinary Discovery / Something worth tasting and sharing. / Nusantara food · seafood · producers · chef collaborations</a:t>
            </a:r>
          </a:p>
          <a:p/>
          <a:p>
            <a:r>
              <a:t>pets / Shared Experiences / Time together with more possibilities. / The Veranda · families · markets · culture · events</a:t>
            </a:r>
          </a:p>
          <a:p/>
          <a:p>
            <a:r>
              <a:t>leisure / Time to Stay / The comfort to extend a visit. / Hotel · garden dining · leisure · spa · quieter spaces</a:t>
            </a:r>
          </a:p>
          <a:p/>
          <a:p>
            <a:r>
              <a:t>REVIEW NOTE: Brand pillars organise the experience story; zoning follows architectural requirements.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09 / Destination experience</a:t>
            </a:r>
          </a:p>
          <a:p/>
          <a:p>
            <a:r>
              <a:t>Where the</a:t>
            </a:r>
          </a:p>
          <a:p>
            <a:r>
              <a:t>district connects.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THE PROMENIDE</a:t>
            </a:r>
          </a:p>
          <a:p/>
          <a:p>
            <a:r>
              <a:t>Everyday interactions become shared experiences.</a:t>
            </a:r>
          </a:p>
          <a:p/>
          <a:p>
            <a:r>
              <a:t>Community activities. Markets. Performances. Celebrations. A connected district gives each encounter room to grow.</a:t>
            </a:r>
          </a:p>
          <a:p/>
          <a:p>
            <a:r>
              <a:t>REVIEW NOTE: “The Promenide” retained from the brief; spelling to be confirmed.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/ Destination experience</a:t>
            </a:r>
          </a:p>
          <a:p/>
          <a:p>
            <a:r>
              <a:t>The heart of</a:t>
            </a:r>
          </a:p>
          <a:p>
            <a:r>
              <a:t>the destination.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THE VERANDA</a:t>
            </a:r>
          </a:p>
          <a:p/>
          <a:p>
            <a:r>
              <a:t>One shared place. Four ways to come together.</a:t>
            </a:r>
          </a:p>
          <a:p/>
          <a:p>
            <a:r>
              <a:t>brunch / Everyday Veranda / Casual meetings, comfortable seating and cafés.</a:t>
            </a:r>
          </a:p>
          <a:p/>
          <a:p>
            <a:r>
              <a:t>market / Market Veranda / Curated food, local makers and lifestyle markets.</a:t>
            </a:r>
          </a:p>
          <a:p/>
          <a:p>
            <a:r>
              <a:t>night / Evening Veranda / Dining, intimate performances and social gatherings.</a:t>
            </a:r>
          </a:p>
          <a:p/>
          <a:p>
            <a:r>
              <a:t>veranda / Celebration Veranda / Cultural occasions, seasonal events and destination programming.</a:t>
            </a:r>
          </a:p>
          <a:p/>
          <a:p>
            <a:r>
              <a:t>REVIEW NOTE: Proposed modes of use. Keep circulation and surrounding tenants accessible; the court is not a permanent event venue.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/ Destination experience</a:t>
            </a:r>
          </a:p>
          <a:p/>
          <a:p>
            <a:r>
              <a:t>Connected places.</a:t>
            </a:r>
          </a:p>
          <a:p>
            <a:r>
              <a:t>Different rhythms.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The spatial experience</a:t>
            </a:r>
          </a:p>
          <a:p/>
          <a:p>
            <a:r>
              <a:t>Arrival Garden / A welcoming entrance with clear orientation.</a:t>
            </a:r>
          </a:p>
          <a:p/>
          <a:p>
            <a:r>
              <a:t>Pedestrian Promenades / Comfortable connections between tenants, activities and levels.</a:t>
            </a:r>
          </a:p>
          <a:p/>
          <a:p>
            <a:r>
              <a:t>Garden Terraces / Places to pause, dine and observe district life.</a:t>
            </a:r>
          </a:p>
          <a:p/>
          <a:p>
            <a:r>
              <a:t>The Veranda / The shared gathering place and event setting.</a:t>
            </a:r>
          </a:p>
          <a:p/>
          <a:p>
            <a:r>
              <a:t>Hospitality &amp; Retreat Spaces / A quieter layer for guests to stay and unwind.</a:t>
            </a:r>
          </a:p>
          <a:p/>
          <a:p>
            <a:r>
              <a:t>REVIEW NOTE: Conceptual relationship diagram, not a site plan or to scale. Based on the brief and supplied spatial overlay; routes and privacy buffers require architectural coordination.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/ Destination experience</a:t>
            </a:r>
          </a:p>
          <a:p/>
          <a:p>
            <a:r>
              <a:t>Comfort makes the</a:t>
            </a:r>
          </a:p>
          <a:p>
            <a:r>
              <a:t>experience possible.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The tropical character comes from how a visit feels.</a:t>
            </a:r>
          </a:p>
          <a:p/>
          <a:p>
            <a:r>
              <a:t>Covered connections / Protect essential journeys.</a:t>
            </a:r>
          </a:p>
          <a:p/>
          <a:p>
            <a:r>
              <a:t>Shade &amp; air movement / Support comfortable walking and seating.</a:t>
            </a:r>
          </a:p>
          <a:p/>
          <a:p>
            <a:r>
              <a:t>Vertical access / Connect the different levels clearly.</a:t>
            </a:r>
          </a:p>
          <a:p/>
          <a:p>
            <a:r>
              <a:t>Family facilities / Make longer visits easier.</a:t>
            </a:r>
          </a:p>
          <a:p/>
          <a:p>
            <a:r>
              <a:t>Evening lighting / Create an inviting atmosphere.</a:t>
            </a:r>
          </a:p>
          <a:p/>
          <a:p>
            <a:r>
              <a:t>Rain alternatives / Give events a workable wet-weather plan.</a:t>
            </a:r>
          </a:p>
          <a:p/>
          <a:p>
            <a:r>
              <a:t>REVIEW NOTE: Design requirements for architectural validation. Building comfort and performance are not verified.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/ Audience &amp; visitor journeys</a:t>
            </a:r>
          </a:p>
          <a:p/>
          <a:p>
            <a:r>
              <a:t>Local life builds the foundation.</a:t>
            </a:r>
          </a:p>
          <a:p>
            <a:r>
              <a:t>Regional leisure extends the opportunity.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family / Batam families / Easy, enjoyable time together. / Family activities, dining, grocery and events.</a:t>
            </a:r>
          </a:p>
          <a:p/>
          <a:p>
            <a:r>
              <a:t>friends / Professionals &amp; social groups / Places to meet and unwind. / Cafés, lunch, fitness and evening dining.</a:t>
            </a:r>
          </a:p>
          <a:p/>
          <a:p>
            <a:r>
              <a:t>pets / Local communities / A welcoming place to return to. / Workshops, markets, gatherings and performances.</a:t>
            </a:r>
          </a:p>
          <a:p/>
          <a:p>
            <a:r>
              <a:t>hotel / Regional visitors &amp; hotel guests / A worthwhile short stay. / Culinary discovery, hospitality and signature programmes.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/ Audience &amp; visitor journeys</a:t>
            </a:r>
          </a:p>
          <a:p/>
          <a:p>
            <a:r>
              <a:t>A family afternoon</a:t>
            </a:r>
          </a:p>
          <a:p>
            <a:r>
              <a:t>that grows into an evening.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THE LOCAL FAMILY JOURNEY</a:t>
            </a:r>
          </a:p>
          <a:p/>
          <a:p>
            <a:r>
              <a:t>cover / Arrival / Clear parking access and an easy route in.</a:t>
            </a:r>
          </a:p>
          <a:p/>
          <a:p>
            <a:r>
              <a:t>kids / Activity / Appropriate play or learning experiences.</a:t>
            </a:r>
          </a:p>
          <a:p/>
          <a:p>
            <a:r>
              <a:t>parents / Time Nearby / Parents enjoy a café or browse nearby retail.</a:t>
            </a:r>
          </a:p>
          <a:p/>
          <a:p>
            <a:r>
              <a:t>family / Reunion / Meet again for a meal.</a:t>
            </a:r>
          </a:p>
          <a:p/>
          <a:p>
            <a:r>
              <a:t>pets / Shared Moment / A programme at The Veranda extends the day.</a:t>
            </a:r>
          </a:p>
          <a:p/>
          <a:p>
            <a:r>
              <a:t>REVIEW NOTE: Proposed journey. Distinguish shared family activities from children’s activities requiring managed supervision.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/ Audience &amp; visitor journeys</a:t>
            </a:r>
          </a:p>
          <a:p/>
          <a:p>
            <a:r>
              <a:t>A stay with more</a:t>
            </a:r>
          </a:p>
          <a:p>
            <a:r>
              <a:t>of Batam in it.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THE REGIONAL GUEST JOURNEY</a:t>
            </a:r>
          </a:p>
          <a:p/>
          <a:p>
            <a:r>
              <a:t>hotel / Check In / Settle in and discover the district programme.</a:t>
            </a:r>
          </a:p>
          <a:p/>
          <a:p>
            <a:r>
              <a:t>table / Taste / Explore Indonesian food and seafood.</a:t>
            </a:r>
          </a:p>
          <a:p/>
          <a:p>
            <a:r>
              <a:t>evening / Gather / Enjoy an evening at The Veranda.</a:t>
            </a:r>
          </a:p>
          <a:p/>
          <a:p>
            <a:r>
              <a:t>leisure / Unwind / Choose quieter leisure or wellness.</a:t>
            </a:r>
          </a:p>
          <a:p/>
          <a:p>
            <a:r>
              <a:t>context2 / Discover Further / Explore a curated Batam itinerary.</a:t>
            </a:r>
          </a:p>
          <a:p/>
          <a:p>
            <a:r>
              <a:t>REVIEW NOTE: Proposed journey; tourism partner arrangements remain to be developed. Final image is a supplied city reference, not a KALINDO facility.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/ Audience &amp; visitor journeys</a:t>
            </a:r>
          </a:p>
          <a:p/>
          <a:p>
            <a:r>
              <a:t>Different reasons to visit</a:t>
            </a:r>
          </a:p>
          <a:p>
            <a:r>
              <a:t>throughout the day.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cafe / Morning / Breakfast · coffee · fitness · everyday shopping / Build recurring routines.</a:t>
            </a:r>
          </a:p>
          <a:p/>
          <a:p>
            <a:r>
              <a:t>retail / Midday / Lunch · retail · hotel guest activity / Support daytime transactions.</a:t>
            </a:r>
          </a:p>
          <a:p/>
          <a:p>
            <a:r>
              <a:t>kids / Afternoon / Families · cafés · workshops / Encourage longer visits.</a:t>
            </a:r>
          </a:p>
          <a:p/>
          <a:p>
            <a:r>
              <a:t>night / Evening / Dinner · The Veranda programmes / Strengthen social and culinary appeal.</a:t>
            </a:r>
          </a:p>
          <a:p/>
          <a:p>
            <a:r>
              <a:t>market / Selected weekends / Markets · collaborations · visitor packages / Attract leisure visits.</a:t>
            </a:r>
          </a:p>
          <a:p/>
          <a:p>
            <a:r>
              <a:t>REVIEW NOTE: Strategic dayparts, not approved operating hours. Timing follows tenant and operator readiness.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/ Tenant strategy &amp; programming</a:t>
            </a:r>
          </a:p>
          <a:p/>
          <a:p>
            <a:r>
              <a:t>Anchors attract.</a:t>
            </a:r>
          </a:p>
          <a:p>
            <a:r>
              <a:t>The district extends the visit.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A considered mix, connected by shared experiences.</a:t>
            </a:r>
          </a:p>
          <a:p/>
          <a:p>
            <a:r>
              <a:t>Everyday anchors / Establish dependable repeat visitation.</a:t>
            </a:r>
          </a:p>
          <a:p/>
          <a:p>
            <a:r>
              <a:t>Destination anchors / Give people a clear reason to choose the district.</a:t>
            </a:r>
          </a:p>
          <a:p/>
          <a:p>
            <a:r>
              <a:t>Experience tenants / Extend time through activities, dining and leisure.</a:t>
            </a:r>
          </a:p>
          <a:p/>
          <a:p>
            <a:r>
              <a:t>Discovery tenants / Add distinctive products and changing content.</a:t>
            </a:r>
          </a:p>
          <a:p/>
          <a:p>
            <a:r>
              <a:t>Hospitality partners / Connect overnight guests with the wider district.</a:t>
            </a:r>
          </a:p>
          <a:p/>
          <a:p>
            <a:r>
              <a:t>REVIEW NOTE: Strategic tenant roles; no confirmed tenants. Selection considers customer fit, price range, hours, frontage and neighbouring experiences.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/ Tenant strategy &amp; programming</a:t>
            </a:r>
          </a:p>
          <a:p/>
          <a:p>
            <a:r>
              <a:t>The Veranda calendar.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Proposed programming concepts</a:t>
            </a:r>
          </a:p>
          <a:p/>
          <a:p>
            <a:r>
              <a:t>evening / Veranda Sessions / Selected music and performance, paired with dining.</a:t>
            </a:r>
          </a:p>
          <a:p/>
          <a:p>
            <a:r>
              <a:t>market / The Weekend Edit / A curated market of food, makers and rotating brands.</a:t>
            </a:r>
          </a:p>
          <a:p/>
          <a:p>
            <a:r>
              <a:t>table / Batam Table / Indonesian chefs and local producers, with opportunities for regional exchange.</a:t>
            </a:r>
          </a:p>
          <a:p/>
          <a:p>
            <a:r>
              <a:t>kids / The Family Social / Creative activities and shared family experiences.</a:t>
            </a:r>
          </a:p>
          <a:p/>
          <a:p>
            <a:r>
              <a:t>REVIEW NOTE: Frequency, scale, capacity, cost and operational plans remain to be developed and approved.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/ Tenant strategy &amp; programming</a:t>
            </a:r>
          </a:p>
          <a:p/>
          <a:p>
            <a:r>
              <a:t>Batam Table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THE FLAGSHIP EXPERIENCE</a:t>
            </a:r>
          </a:p>
          <a:p/>
          <a:p>
            <a:r>
              <a:t>A shared table at The Veranda.</a:t>
            </a:r>
          </a:p>
          <a:p/>
          <a:p>
            <a:r>
              <a:t>A changing edition can spotlight an Indonesian region, a local ingredient, a chef collaboration or a regional exchange. Bookable dining is complemented by activities neighbouring tenants can join.</a:t>
            </a:r>
          </a:p>
          <a:p/>
          <a:p>
            <a:r>
              <a:t>01 / Shared dinner</a:t>
            </a:r>
          </a:p>
          <a:p/>
          <a:p>
            <a:r>
              <a:t>02 / Tasting market</a:t>
            </a:r>
          </a:p>
          <a:p/>
          <a:p>
            <a:r>
              <a:t>03 / Chef demonstration</a:t>
            </a:r>
          </a:p>
          <a:p/>
          <a:p>
            <a:r>
              <a:t>04 / Producer showcase</a:t>
            </a:r>
          </a:p>
          <a:p/>
          <a:p>
            <a:r>
              <a:t>REVIEW NOTE: Proposed culinary concept. Potential collaborators and regional exchanges are not confirmed partnerships.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/ Brand identity</a:t>
            </a:r>
          </a:p>
          <a:p/>
          <a:p>
            <a:r>
              <a:t>Contemporary tropical.</a:t>
            </a:r>
          </a:p>
          <a:p>
            <a:r>
              <a:t>Warm and confident.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Visual identity / Architectural proportions, generous spacing, a recognisable graphic system.</a:t>
            </a:r>
          </a:p>
          <a:p/>
          <a:p>
            <a:r>
              <a:t>Photography / Real interactions, food, discovery and the changing atmosphere of the district.</a:t>
            </a:r>
          </a:p>
          <a:p/>
          <a:p>
            <a:r>
              <a:t>Tone of voice / Inviting and clear, with specific reasons to visit.</a:t>
            </a:r>
          </a:p>
          <a:p/>
          <a:p>
            <a:r>
              <a:t>Service character / Approachable hospitality at arrival, information, family support and events.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 / Brand identity</a:t>
            </a:r>
          </a:p>
          <a:p/>
          <a:p>
            <a:r>
              <a:t>One destination.</a:t>
            </a:r>
          </a:p>
          <a:p>
            <a:r>
              <a:t>A recognisable heart.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REVIEW NOTE: Masterbrand remains unselected. The Veranda names the central gathering and event experience, not the whole destination.</a:t>
            </a:r>
          </a:p>
          <a:p/>
          <a:p>
            <a:r>
              <a:t>Master Destination: [Selected Masterbrand]</a:t>
            </a:r>
          </a:p>
          <a:p>
            <a:r>
              <a:t>Category Descriptor: Batam’s Tropical Lifestyle District</a:t>
            </a:r>
          </a:p>
          <a:p>
            <a:r>
              <a:t>Signature gathering &amp; event experience: The Veranda</a:t>
            </a:r>
          </a:p>
          <a:p>
            <a:r>
              <a:t>Programming: Veranda Sessions / Batam Table / The Weekend Edit / The Family Social</a:t>
            </a:r>
          </a:p>
          <a:p>
            <a:r>
              <a:t>Experience categories: Eat / Shop / Play / Move / Stay / Explore / Unwind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 / Brand identity</a:t>
            </a:r>
          </a:p>
          <a:p/>
          <a:p>
            <a:r>
              <a:t>A name with the</a:t>
            </a:r>
          </a:p>
          <a:p>
            <a:r>
              <a:t>presence of a destination.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Established enough for hospitality and regional appeal. Welcoming enough for everyday life.</a:t>
            </a:r>
          </a:p>
          <a:p/>
          <a:p>
            <a:r>
              <a:t>01 / Broad enough / Represent the entire district.</a:t>
            </a:r>
          </a:p>
          <a:p/>
          <a:p>
            <a:r>
              <a:t>02 / Memorable / Easy to speak and write.</a:t>
            </a:r>
          </a:p>
          <a:p/>
          <a:p>
            <a:r>
              <a:t>03 / Locally &amp; regionally relevant / Work across local and regional communication.</a:t>
            </a:r>
          </a:p>
          <a:p/>
          <a:p>
            <a:r>
              <a:t>04 / Flexible / Span retail, dining, events and hospitality.</a:t>
            </a:r>
          </a:p>
          <a:p/>
          <a:p>
            <a:r>
              <a:t>05 / Distinctive / Support a recognisable identity.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 / Brand identity</a:t>
            </a:r>
          </a:p>
          <a:p/>
          <a:p>
            <a:r>
              <a:t>Four routes.</a:t>
            </a:r>
          </a:p>
          <a:p>
            <a:r>
              <a:t>One shared ambition.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Canopy Quarter / Tropical architecture and destination presence.</a:t>
            </a:r>
          </a:p>
          <a:p/>
          <a:p>
            <a:r>
              <a:t>Garden Quarter / Landscape, hospitality and relaxed lifestyle.</a:t>
            </a:r>
          </a:p>
          <a:p/>
          <a:p>
            <a:r>
              <a:t>The Courtyard / A central place for dining, community and social interaction.</a:t>
            </a:r>
          </a:p>
          <a:p/>
          <a:p>
            <a:r>
              <a:t>Batam Commons / City belonging and shared experiences.</a:t>
            </a:r>
          </a:p>
          <a:p/>
          <a:p>
            <a:r>
              <a:t>REVIEW NOTE: Creative recommendation from the brief, not an approved final name. Availability, legal and linguistic checks remain required.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 / Brand identity</a:t>
            </a:r>
          </a:p>
          <a:p/>
          <a:p>
            <a:r>
              <a:t>Life comes together.</a:t>
            </a:r>
          </a:p>
          <a:p>
            <a:r>
              <a:t>Across the district.</a:t>
            </a:r>
          </a:p>
          <a:p/>
          <a:p>
            <a:r>
              <a:t>Visual-fidelity version. The slide is a flattened image; edit source content/layout and regenerate to change it.</a:t>
            </a:r>
          </a:p>
          <a:p/>
          <a:p>
            <a:r>
              <a:t>One Place. Many Ways to Spend the Day.</a:t>
            </a:r>
          </a:p>
          <a:p/>
          <a:p>
            <a:r>
              <a:t>Authority: KALINDO PROJECT.pdf. Supplied concept imagery is not verified as built.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1 — A new address for life in Batam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2 — A place Batam returns to. A destination the region discovers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3 — Life comes together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4 — Batam’s tropical lifestyle district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5 — Everyday ease. A day worth spending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6 — The life between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7 — The brand in one frame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8 — Four reasons to belong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09 — Where the district connects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0 — The heart of the destination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1 — Connected places. Different rhythms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2 — Comfort makes the experience possible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3 — Local life builds the foundation. Regional leisure extends the opportunity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4 — A family afternoon that grows into an evening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5 — A stay with more of Batam in it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6 — Different reasons to visit throughout the day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7 — Anchors attract. The district extends the visit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8 — The Veranda calendar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9 — Batam Table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0 — Contemporary tropical. Warm and confident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1 — One destination. A recognisable heart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2 — A name with the presence of a destination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3 — Four routes. One shared ambition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4 — Life comes together. Across the district.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KALINDO — Destination Concept &amp; Identity</dc:title>
  <dc:subject>Concept, Brand Positioning &amp; Destination Naming</dc:subject>
  <dc:creator>KALINDO Project</dc:creator>
  <cp:keywords>KALINDO, Batam, destination identity, brand concept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